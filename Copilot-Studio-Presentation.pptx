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Teams to Build Intelligent Workflows Without Code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Copilot Studio?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AI to automate complex business processes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powerful automations without writing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your favorite tools and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optimize workflows with analytics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375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794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encryption and compliance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834640"/>
            <a:ext cx="2560320" cy="1554480"/>
          </a:xfrm>
          <a:prstGeom prst="rect">
            <a:avLst/>
          </a:prstGeom>
          <a:solidFill>
            <a:srgbClr val="1A2847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807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3794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 and running in minutes, not months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Workflows?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thousands of organizations using Copilot Studio to streamline operations, reduce costs, and accelerate innovation.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834640"/>
            <a:ext cx="4572000" cy="1005840"/>
          </a:xfrm>
          <a:prstGeom prst="rect">
            <a:avLst/>
          </a:prstGeom>
          <a:solidFill>
            <a:srgbClr val="1A2847"/>
          </a:solidFill>
          <a:ln w="254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d9ff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View Online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3337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https://Mikeyusic.github.io/Copilot-Studio/presentation.html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</dc:title>
  <dc:subject>PptxGenJS Presentation</dc:subject>
  <dc:creator>Mikeyusic</dc:creator>
  <cp:lastModifiedBy>Mikeyusic</cp:lastModifiedBy>
  <cp:revision>1</cp:revision>
  <dcterms:created xsi:type="dcterms:W3CDTF">2026-06-09T13:01:17Z</dcterms:created>
  <dcterms:modified xsi:type="dcterms:W3CDTF">2026-06-09T13:01:17Z</dcterms:modified>
</cp:coreProperties>
</file>