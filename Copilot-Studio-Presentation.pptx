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Automation Platform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918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Teams to Build Intelligent Workflows Without Code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Copilot Studio?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34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Automation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057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AI to automate complex business processes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34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Zero-Code Platform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37560" y="2057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powerful automations without writing code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109728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0" y="12344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80760" y="16459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Integration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80760" y="20574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with your favorite tools and services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9436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Insights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794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optimize workflows with analytics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83464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33756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Security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3794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Bank-grade encryption and compliance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0" y="2834640"/>
            <a:ext cx="2560320" cy="1554480"/>
          </a:xfrm>
          <a:prstGeom prst="rect">
            <a:avLst/>
          </a:prstGeom>
          <a:solidFill>
            <a:srgbClr val="1A2847"/>
          </a:solidFill>
          <a:ln w="12700">
            <a:solidFill>
              <a:srgbClr val="00D9F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08076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Deployment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80760" y="3794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 and running in minutes, not months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D9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Transform Your Workflows?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C5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thousands of organizations using Copilot Studio to streamline operations, reduce costs, and accelerate innovation.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4114800" cy="1645920"/>
          </a:xfrm>
          <a:prstGeom prst="rect">
            <a:avLst/>
          </a:prstGeom>
          <a:solidFill>
            <a:srgbClr val="1A2847"/>
          </a:solidFill>
          <a:ln w="25400">
            <a:solidFill>
              <a:srgbClr val="00D9FF"/>
            </a:solidFill>
            <a:prstDash val="solid"/>
          </a:ln>
          <a:effectLst>
            <a:outerShdw sx="100000" sy="100000" kx="0" ky="0" algn="bl" rotWithShape="0" blurRad="127000" dist="38100" dir="8100000">
              <a:srgbClr val="00d9ff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0632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View Online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https://Mikeyusic.github.io/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Copilot-Studio/presentation.html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9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Visit Repository</a:t>
            </a:r>
            <a:endParaRPr 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3291840"/>
            <a:ext cx="3200400" cy="3200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Studio</dc:title>
  <dc:subject>PptxGenJS Presentation</dc:subject>
  <dc:creator>Mikeyusic</dc:creator>
  <cp:lastModifiedBy>Mikeyusic</cp:lastModifiedBy>
  <cp:revision>1</cp:revision>
  <dcterms:created xsi:type="dcterms:W3CDTF">2026-06-09T13:04:26Z</dcterms:created>
  <dcterms:modified xsi:type="dcterms:W3CDTF">2026-06-09T13:04:26Z</dcterms:modified>
</cp:coreProperties>
</file>